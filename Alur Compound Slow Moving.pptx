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5973-DD3C-7EE9-E525-9A380AA01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E0DEE-A9B7-B9A2-F8CE-69C66F175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ED08-B972-B106-874E-D1E2D5BE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86911-10C3-9FA6-81C0-9AE190D4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3710-DA27-DA3E-2E8F-3AD9F095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1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1588-1202-026C-DAD2-DE909BDE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840D0-D7CA-A56B-4ECB-4B1B4241B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EB94-1C4F-E132-CE6A-C9A3D47D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4A7A1-48CB-C25C-31F2-18424454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89AA4-DC0C-E6F0-60FC-1D0F5ED4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1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E333-9C99-4CA8-7843-50F3ADB5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413C1-436E-0FEA-EEAF-828745ACF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5E1E5-BC1B-BF73-B30E-27C586FA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58702-992D-230D-9F00-0095774C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F8309-1380-7845-9D11-59DBA38E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12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013C-6B47-CF49-69A1-22DFB0A0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D679-0870-BB0C-C0CF-244B36535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2521B-730A-6312-4874-EA980B3C5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6441-FCC9-ACD4-FA3A-FA0DA93F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45368-2B24-32FB-43B6-2F6E5A17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F6CDC-63D2-BBBD-99FD-E0C32589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FB97-EFD2-95AF-D2DD-2F9E5B5B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0E284-9644-D13F-2059-72945B431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EC80A-3B04-CEA1-24CB-A63FB748A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4A132-4069-44FD-3732-1CC9B949A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7950F-585E-F3A8-1962-503382E35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67E018-F08E-8C37-CE22-B36995FC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A62AC-2927-AC54-741C-FB87EED2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60002-A5C9-3216-96EC-9E3FA1D4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2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4E70-DCBE-5944-6B7D-CF1AAEE8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07FDC-8C73-EAF6-44AA-3FCB5684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F83B9-080C-47D8-6357-4EA06929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08D61-A65C-0347-04C3-7CD35A4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5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85508-19AA-95CE-2961-13793D7F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1739E2-F7EF-0092-1F6E-98BF7038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1B6D7-572A-57D3-79FD-411FD333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5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BFE-9F20-25EE-69E3-DACD46D9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A26E-4F32-5030-2CD9-9D714370B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CF244-5E03-87D1-A8B9-718884725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64DF2-B2A7-3EF3-26F6-8BA6CBB2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2B0DB-601D-6760-8339-8DBB3559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D02D7-7958-EC49-F382-814EC459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5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4183-A9DA-3868-402F-F91A2A94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1F394A-4AA3-F502-EA8A-D912E0B1C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1633C-AD29-2163-D23D-FA062A54D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D5086-D126-04C4-EB78-DCA9F48F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9641A-16BD-BC56-FCBC-F80617BD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A05B7-EF8E-D34D-D9F3-C12A4545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0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22ED-AEEE-92B4-576D-5C03340B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7891C-3470-33C8-668E-424A24A5F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55B02-CC3A-62A6-BC77-488F22F0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0A20-E50A-BE53-F372-553E2E44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63874-BF37-5FED-49B0-DEA06448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8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B0C1E-7446-E48C-B34A-C83997B8D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5795A-7CDD-1782-305A-7CCD2B775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2A020-ED27-C5F7-2E52-A324E61D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E15A-9D1E-131F-4A44-F04B1A235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B975C-F6EC-6B0B-175D-14487EA3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50A565-7B2A-6F26-E744-D03DA482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91D26-E6C1-0A31-BDD8-14C781F7B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3CCF2-E55E-BD5B-8063-7D9F0C33A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485D0-E1C6-411D-908B-C6B93EDF78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F3957-C410-40B3-2E1F-E13624A66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2FB94-A63C-37FB-35AD-BA38CB2B6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86E15-1CF0-4170-8C7A-09AE3D803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3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82AB8-ED47-47F9-333B-CA6994DF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9172F1-4736-232E-6C9E-839104B7F107}"/>
              </a:ext>
            </a:extLst>
          </p:cNvPr>
          <p:cNvSpPr/>
          <p:nvPr/>
        </p:nvSpPr>
        <p:spPr>
          <a:xfrm>
            <a:off x="1469571" y="500743"/>
            <a:ext cx="9350829" cy="751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Compound Slow Moving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BB1 , BB2 , BB3 , BB4 , 10in Ext , 8in Ext , Triplex , 3 Roll Cal , 4 Roll Cal , UB Bead , Hexa Bead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64DF9C-BAE1-8471-ED7E-ADB5020F509C}"/>
              </a:ext>
            </a:extLst>
          </p:cNvPr>
          <p:cNvSpPr/>
          <p:nvPr/>
        </p:nvSpPr>
        <p:spPr>
          <a:xfrm>
            <a:off x="4708070" y="1796142"/>
            <a:ext cx="2873829" cy="522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 Conformance Area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(Rak Merah)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FB092-31F9-80FC-D497-DD3E58AB1830}"/>
              </a:ext>
            </a:extLst>
          </p:cNvPr>
          <p:cNvSpPr/>
          <p:nvPr/>
        </p:nvSpPr>
        <p:spPr>
          <a:xfrm>
            <a:off x="2558142" y="3026228"/>
            <a:ext cx="2503715" cy="6531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Restacking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607B63-B4BB-8C8D-886C-DA0EBECB05DE}"/>
              </a:ext>
            </a:extLst>
          </p:cNvPr>
          <p:cNvSpPr/>
          <p:nvPr/>
        </p:nvSpPr>
        <p:spPr>
          <a:xfrm>
            <a:off x="7130145" y="3124199"/>
            <a:ext cx="2503715" cy="6531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Pickle Out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D3A578-722E-6AB0-5998-479C13460F6D}"/>
              </a:ext>
            </a:extLst>
          </p:cNvPr>
          <p:cNvSpPr/>
          <p:nvPr/>
        </p:nvSpPr>
        <p:spPr>
          <a:xfrm>
            <a:off x="4952999" y="4626428"/>
            <a:ext cx="2873829" cy="522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Area </a:t>
            </a:r>
            <a:r>
              <a:rPr lang="en-US" dirty="0" err="1">
                <a:solidFill>
                  <a:schemeClr val="tx1"/>
                </a:solidFill>
              </a:rPr>
              <a:t>Disposisi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FD6C1E-AA15-8C9F-208A-57F9E2C9FD1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144985" y="1251857"/>
            <a:ext cx="1" cy="544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C23BBEE-ED7A-929E-0B18-3998D6F6C428}"/>
              </a:ext>
            </a:extLst>
          </p:cNvPr>
          <p:cNvSpPr/>
          <p:nvPr/>
        </p:nvSpPr>
        <p:spPr>
          <a:xfrm>
            <a:off x="1861457" y="5720443"/>
            <a:ext cx="9350829" cy="751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Compound </a:t>
            </a:r>
            <a:r>
              <a:rPr lang="en-US" dirty="0" err="1">
                <a:solidFill>
                  <a:schemeClr val="tx1"/>
                </a:solidFill>
              </a:rPr>
              <a:t>Disalurkan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lagi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</a:t>
            </a:r>
            <a:r>
              <a:rPr lang="en-US" dirty="0">
                <a:solidFill>
                  <a:schemeClr val="tx1"/>
                </a:solidFill>
              </a:rPr>
              <a:t> 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Triplex , 10in Ext , 8in Ext , 3 Roll Cal , 4 Roll Cal , UB Bead , Hexa Bead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6B356E0-39B0-BD5F-2411-9E33ACFB9D27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3810000" y="2318657"/>
            <a:ext cx="2334985" cy="707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C07D0E-8365-5AD4-617B-8E0CC947C39A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144985" y="2318657"/>
            <a:ext cx="2237018" cy="805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729619-E282-626A-B096-734434A40F69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3810000" y="3679371"/>
            <a:ext cx="2579914" cy="947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9044F4-476A-2E50-CBAD-A1583B391CA4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6389914" y="3777342"/>
            <a:ext cx="1992089" cy="849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3E0EC3-80CF-69B8-240E-1120210A2519}"/>
              </a:ext>
            </a:extLst>
          </p:cNvPr>
          <p:cNvSpPr txBox="1"/>
          <p:nvPr/>
        </p:nvSpPr>
        <p:spPr>
          <a:xfrm>
            <a:off x="5619750" y="2547256"/>
            <a:ext cx="952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F8BDAC-42D9-FF5A-989E-B839D62EBBEC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6389914" y="5148943"/>
            <a:ext cx="146958" cy="571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18B75F1-8E0D-E668-1484-B03172F16FA2}"/>
              </a:ext>
            </a:extLst>
          </p:cNvPr>
          <p:cNvSpPr txBox="1"/>
          <p:nvPr/>
        </p:nvSpPr>
        <p:spPr>
          <a:xfrm>
            <a:off x="-1" y="109639"/>
            <a:ext cx="369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EXISTING</a:t>
            </a:r>
          </a:p>
        </p:txBody>
      </p:sp>
    </p:spTree>
    <p:extLst>
      <p:ext uri="{BB962C8B-B14F-4D97-AF65-F5344CB8AC3E}">
        <p14:creationId xmlns:p14="http://schemas.microsoft.com/office/powerpoint/2010/main" val="314563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85CE-1B02-1CAE-6047-10711B84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91440"/>
            <a:ext cx="2148840" cy="310896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C31F16"/>
                </a:solidFill>
                <a:latin typeface="Aptos"/>
              </a:rPr>
              <a:t>DIGITALISASI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2395728" y="91440"/>
            <a:ext cx="9601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A453C"/>
                </a:solidFill>
                <a:latin typeface="Aptos"/>
              </a:rPr>
              <a:t>Alur to-be  |  foto+konfirmasi · 1 label di disposisi · gagal trial tidak daftar ulang · histori tercatat · maju/mundur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438912"/>
            <a:ext cx="11795760" cy="347472"/>
          </a:xfrm>
          <a:prstGeom prst="rect">
            <a:avLst/>
          </a:prstGeom>
          <a:solidFill>
            <a:srgbClr val="F7F3EA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Leftover / New Creation baru → langkah 1.   Gagal trial → Rak Merah (bukan daftar ulang).   Sumber: BB1, BB2, BB3, BB4, 10in Ext, 8in Ext, Triplex, 3 Roll Cal, 4 Roll Cal, UB Bead, Hexa Bead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859536"/>
            <a:ext cx="1874520" cy="4754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8C98A"/>
                </a:solidFill>
                <a:latin typeface="Aptos"/>
              </a:rPr>
              <a:t>1. INPUT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Daftar skid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335024"/>
            <a:ext cx="1874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Foto Mixer Ticket di HP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ML baca field → konfirmasi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Timbang / ketik kg; terkunci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Status: Under Review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PIC: Mixing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3273552"/>
            <a:ext cx="1874520" cy="347472"/>
          </a:xfrm>
          <a:prstGeom prst="rect">
            <a:avLst/>
          </a:prstGeom>
          <a:solidFill>
            <a:srgbClr val="F7F3EA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8A5512"/>
                </a:solidFill>
                <a:latin typeface="Aptos"/>
              </a:rPr>
              <a:t>Ganti isi Excel NEW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84832" y="2029967"/>
            <a:ext cx="91439" cy="128016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85416" y="859536"/>
            <a:ext cx="1874520" cy="4754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8C98A"/>
                </a:solidFill>
                <a:latin typeface="Aptos"/>
              </a:rPr>
              <a:t>2. HOLD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Rak Merah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5416" y="1335024"/>
            <a:ext cx="1874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Stok live: #skid &amp; kg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ID: compound + run + skid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Expiry / retest terlihat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Gagal trial parkir di sini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QC kondisi · Mixing lokasi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5416" y="3273552"/>
            <a:ext cx="1874520" cy="347472"/>
          </a:xfrm>
          <a:prstGeom prst="rect">
            <a:avLst/>
          </a:prstGeom>
          <a:solidFill>
            <a:srgbClr val="F7F3EA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8A5512"/>
                </a:solidFill>
                <a:latin typeface="Aptos"/>
              </a:rPr>
              <a:t>Ganti cek fisik + Excel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2029967"/>
            <a:ext cx="91439" cy="128016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9664" y="859536"/>
            <a:ext cx="1874520" cy="4754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8C98A"/>
                </a:solidFill>
                <a:latin typeface="Aptos"/>
              </a:rPr>
              <a:t>3. ACTION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Siapkan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1335024"/>
            <a:ext cx="1874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Restacking / Pickle Out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Pilih lokasi &amp; kondisi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Submit di HP saja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Belum print, belum ttd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Selesai → antri disposisi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664" y="3273552"/>
            <a:ext cx="1874520" cy="347472"/>
          </a:xfrm>
          <a:prstGeom prst="rect">
            <a:avLst/>
          </a:prstGeom>
          <a:solidFill>
            <a:srgbClr val="F7F3EA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8A5512"/>
                </a:solidFill>
                <a:latin typeface="Aptos"/>
              </a:rPr>
              <a:t>Tanpa label — update status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53328" y="2029967"/>
            <a:ext cx="91439" cy="128016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53912" y="859536"/>
            <a:ext cx="1874520" cy="4754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8C98A"/>
                </a:solidFill>
                <a:latin typeface="Aptos"/>
              </a:rPr>
              <a:t>4. PUTUSAN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Disposisi digital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335024"/>
            <a:ext cx="1874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QC: layak / kondisi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PC: aturan pakai &amp; jadwal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Gagal trial: putusan ulang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Ttd = login NIK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Print + tempel · SCAN verify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3273552"/>
            <a:ext cx="1874520" cy="347472"/>
          </a:xfrm>
          <a:prstGeom prst="rect">
            <a:avLst/>
          </a:prstGeom>
          <a:solidFill>
            <a:srgbClr val="F4E4C4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C31F16"/>
                </a:solidFill>
                <a:latin typeface="Aptos"/>
              </a:rPr>
              <a:t>★ Satu-satunya titik print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37576" y="2029967"/>
            <a:ext cx="91439" cy="128016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859536"/>
            <a:ext cx="1874520" cy="4754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8C98A"/>
                </a:solidFill>
                <a:latin typeface="Aptos"/>
              </a:rPr>
              <a:t>5. EKSEKUSI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Pakai di mesin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35024"/>
            <a:ext cx="1874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Scan label Ext / Cal / Mix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Catat kg aktual · sisa hidup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ODS 10–20 kg/batch OK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Gagal trial → Rak Merah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Jangan daftar ulang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273552"/>
            <a:ext cx="1874520" cy="347472"/>
          </a:xfrm>
          <a:prstGeom prst="rect">
            <a:avLst/>
          </a:prstGeom>
          <a:solidFill>
            <a:srgbClr val="F7F3EA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8A5512"/>
                </a:solidFill>
                <a:latin typeface="Aptos"/>
              </a:rPr>
              <a:t>Tutup loop kg &amp; sisa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021824" y="2029967"/>
            <a:ext cx="91439" cy="128016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122408" y="859536"/>
            <a:ext cx="1874520" cy="4754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8C98A"/>
                </a:solidFill>
                <a:latin typeface="Aptos"/>
              </a:rPr>
              <a:t>6. PAPAN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Progress harian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22408" y="1335024"/>
            <a:ext cx="1874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Leftover terdaftar hari itu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Gagal trial tidak mengendap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Snapshot vs kemarin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Review = timeline (slide 3)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1714"/>
                </a:solidFill>
                <a:latin typeface="Aptos"/>
              </a:rPr>
              <a:t>Excel hanya export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22408" y="3273552"/>
            <a:ext cx="1874520" cy="347472"/>
          </a:xfrm>
          <a:prstGeom prst="rect">
            <a:avLst/>
          </a:prstGeom>
          <a:solidFill>
            <a:srgbClr val="F7F3EA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8A5512"/>
                </a:solidFill>
                <a:latin typeface="Aptos"/>
              </a:rPr>
              <a:t>MAJU / MUNDUR di bawah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3694176"/>
            <a:ext cx="11795760" cy="329184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Dipakai ulang: Triplex, 10in Ext, 8in Ext, 3 Roll Cal, 4 Roll Cal, UB Bead, Hexa Bead    |    Cleaner / Scrap / Gagal Trial ke Rak Merah    |    Print hanya di langkah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078224"/>
            <a:ext cx="11795760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6. PAPAN PROGRESS HARIAN  —  leftover terdaftar hari itu, gagal trial tidak mengendap. Tanpa snapshot, maju/mundur mengarang.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4389120"/>
            <a:ext cx="5833872" cy="2267712"/>
          </a:xfrm>
          <a:prstGeom prst="rect">
            <a:avLst/>
          </a:prstGeom>
          <a:solidFill>
            <a:srgbClr val="E7F1EA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5C3C"/>
                </a:solidFill>
                <a:latin typeface="Aptos"/>
              </a:rPr>
              <a:t>MAJU  (progress positif)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Total kg &amp; skid Rak Merah turun vs kemarin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Plan harian PC tercapai (blend / ODS / pakai)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Tag tereksekusi sebelum expired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New Creation terdaftar hari itu juga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Gagal trial sudah diputus (pakai lagi / scrap)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389120"/>
            <a:ext cx="5833872" cy="2267712"/>
          </a:xfrm>
          <a:prstGeom prst="rect">
            <a:avLst/>
          </a:prstGeom>
          <a:solidFill>
            <a:srgbClr val="F8E8E6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C31F16"/>
                </a:solidFill>
                <a:latin typeface="Aptos"/>
              </a:rPr>
              <a:t>MUNDUR  (progress negatif)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Leftover belum didaftar, stok mengendap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Gagal trial tanpa putusan QC / PC / SPV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Tag OPEN / kg tidak terpotong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Scrap tanpa approval Supervisor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Fisik rak tidak sama dengan sistem</a:t>
            </a:r>
          </a:p>
        </p:txBody>
      </p:sp>
    </p:spTree>
    <p:extLst>
      <p:ext uri="{BB962C8B-B14F-4D97-AF65-F5344CB8AC3E}">
        <p14:creationId xmlns:p14="http://schemas.microsoft.com/office/powerpoint/2010/main" val="324708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91440"/>
            <a:ext cx="2834640" cy="310896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C31F16"/>
                </a:solidFill>
                <a:latin typeface="Aptos"/>
              </a:rPr>
              <a:t>HISTORI LAPANGAN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3090672" y="91440"/>
            <a:ext cx="890625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4A453C"/>
                </a:solidFill>
                <a:latin typeface="Aptos"/>
              </a:rPr>
              <a:t>Jawab rapat &amp; audit 1 menit. Bukan 19 sheet. Bukan hanya status terakhir.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475488"/>
            <a:ext cx="5833872" cy="2029968"/>
          </a:xfrm>
          <a:prstGeom prst="rect">
            <a:avLst/>
          </a:prstGeom>
          <a:solidFill>
            <a:srgbClr val="F7F3EA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Aptos"/>
              </a:rPr>
              <a:t>DUA JAM — jangan dicampur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714"/>
                </a:solidFill>
                <a:latin typeface="Aptos"/>
              </a:rPr>
              <a:t>Jam tiket  =  Date / Exp di Mixer Ticket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Umur compound, FIFO, retest, lampu exp ≤ 2 hari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714"/>
                </a:solidFill>
                <a:latin typeface="Aptos"/>
              </a:rPr>
              <a:t>Jam sistem  =  server saat operator bertindak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Siapa daftar / edit / dispo / pakai · Asia/Jakarta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Papan vs kemarin · gagal trial &gt; 24 jam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8A5512"/>
                </a:solidFill>
                <a:latin typeface="Aptos"/>
              </a:rPr>
              <a:t>Jangan 00:00 palsu. Jangan stempel bundar sebagai jam sistem.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63056" y="475488"/>
            <a:ext cx="5833872" cy="2029968"/>
          </a:xfrm>
          <a:prstGeom prst="rect">
            <a:avLst/>
          </a:prstGeom>
          <a:solidFill>
            <a:srgbClr val="F7F3EA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Aptos"/>
              </a:rPr>
              <a:t>YANG HARUS TERJAWAB DARI SISTEM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Kapan dicampur / expired?  → mix_at, exp_at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Kapan masuk rak, siapa daftar?  → created_at + NIK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Kapan potong kg, mesin, sisa?  → baris execution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Rak kemarin vs hari ini?  → snapshot harian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Siapa edit / pindah, nilai lama?  → skid_event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714"/>
                </a:solidFill>
                <a:latin typeface="Aptos"/>
              </a:rPr>
              <a:t>Habis 3 bulan lalu?  tetap di tabel (CONSUMED)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2615184"/>
            <a:ext cx="11795760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dirty="0">
                <a:solidFill>
                  <a:srgbClr val="FFFFFF"/>
                </a:solidFill>
                <a:latin typeface="Aptos"/>
              </a:rPr>
              <a:t>ENAM ATURAN PRODUKSI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2944368"/>
            <a:ext cx="1874520" cy="310896"/>
          </a:xfrm>
          <a:prstGeom prst="rect">
            <a:avLst/>
          </a:prstGeom>
          <a:solidFill>
            <a:srgbClr val="C3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3255264"/>
            <a:ext cx="1874520" cy="117043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Jangan hapus skid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yang sudah punya kisah.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Habis = CONSUMED.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5416" y="2944368"/>
            <a:ext cx="1874520" cy="310896"/>
          </a:xfrm>
          <a:prstGeom prst="rect">
            <a:avLst/>
          </a:prstGeom>
          <a:solidFill>
            <a:srgbClr val="C3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5416" y="3255264"/>
            <a:ext cx="1874520" cy="117043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Gagal trial = skid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yang sama. Daftar ulang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= histori putus.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9664" y="2944368"/>
            <a:ext cx="1874520" cy="31089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664" y="3255264"/>
            <a:ext cx="1874520" cy="117043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Transaksi tidak menimpa.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Potong kg / tag / edit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= baris baru.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2944368"/>
            <a:ext cx="1874520" cy="31089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3255264"/>
            <a:ext cx="1874520" cy="117043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Snapshot harian wajib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≈06:00 atau tutup shift.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Tanpa itu papan mengarang.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944368"/>
            <a:ext cx="1874520" cy="31089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255264"/>
            <a:ext cx="1874520" cy="117043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Export laporan dari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database. Bukan ketik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ulang sheet NEW.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2408" y="2944368"/>
            <a:ext cx="1874520" cy="31089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22408" y="3255264"/>
            <a:ext cx="1874520" cy="117043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Review skid = timeline.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Bukan hanya status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1714"/>
                </a:solidFill>
                <a:latin typeface="Aptos"/>
              </a:rPr>
              <a:t>terakhir di layar.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4535424"/>
            <a:ext cx="11795760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dirty="0">
                <a:solidFill>
                  <a:srgbClr val="FFFFFF"/>
                </a:solidFill>
                <a:latin typeface="Aptos"/>
              </a:rPr>
              <a:t>JEJAK PER LANGKAH SLIDE 2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4864608"/>
            <a:ext cx="1874520" cy="135331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3A5F"/>
                </a:solidFill>
                <a:latin typeface="Aptos"/>
              </a:rPr>
              <a:t>1 INPUT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31F16"/>
                </a:solidFill>
                <a:latin typeface="Aptos"/>
              </a:rPr>
              <a:t>DAFTAR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NIK, foto, mix/exp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5416" y="4864608"/>
            <a:ext cx="1874520" cy="135331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3A5F"/>
                </a:solidFill>
                <a:latin typeface="Aptos"/>
              </a:rPr>
              <a:t>2 HOLD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31F16"/>
                </a:solidFill>
                <a:latin typeface="Aptos"/>
              </a:rPr>
              <a:t>EDIT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jika lokasi/kondisi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4" y="4864608"/>
            <a:ext cx="1874520" cy="135331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3A5F"/>
                </a:solidFill>
                <a:latin typeface="Aptos"/>
              </a:rPr>
              <a:t>3 ACTION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31F16"/>
                </a:solidFill>
                <a:latin typeface="Aptos"/>
              </a:rPr>
              <a:t>RESTACK / PICKLE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kapan dipindah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4864608"/>
            <a:ext cx="1874520" cy="135331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3A5F"/>
                </a:solidFill>
                <a:latin typeface="Aptos"/>
              </a:rPr>
              <a:t>4 PUTUSAN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31F16"/>
                </a:solidFill>
                <a:latin typeface="Aptos"/>
              </a:rPr>
              <a:t>DISPO / PRINT / VERIFY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tag + jam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864608"/>
            <a:ext cx="1874520" cy="135331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3A5F"/>
                </a:solidFill>
                <a:latin typeface="Aptos"/>
              </a:rPr>
              <a:t>5 EKSEKUSI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31F16"/>
                </a:solidFill>
                <a:latin typeface="Aptos"/>
              </a:rPr>
              <a:t>PAKAI / GAGAL TRIAL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kg + mesin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22408" y="4864608"/>
            <a:ext cx="1874520" cy="1353312"/>
          </a:xfrm>
          <a:prstGeom prst="rect">
            <a:avLst/>
          </a:prstGeom>
          <a:solidFill>
            <a:srgbClr val="FFFFFF"/>
          </a:solidFill>
          <a:ln w="14604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3A5F"/>
                </a:solidFill>
                <a:latin typeface="Aptos"/>
              </a:rPr>
              <a:t>6 PAPAN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31F16"/>
                </a:solidFill>
                <a:latin typeface="Aptos"/>
              </a:rPr>
              <a:t>SNAPSHOT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kg/skid vs kemarin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6309360"/>
            <a:ext cx="11795760" cy="347472"/>
          </a:xfrm>
          <a:prstGeom prst="rect">
            <a:avLst/>
          </a:prstGeom>
          <a:solidFill>
            <a:srgbClr val="EEE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453C"/>
                </a:solidFill>
                <a:latin typeface="Aptos"/>
              </a:rPr>
              <a:t>Tidak masuk v1: grafik 30 hari · papan malu per NIK · stempel bundar sebagai jam sistem · Excel lama sebagai sumber kebenaran.  Printer fisik belakangan — pratinjau SM1 cukup.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835</Words>
  <Application>Microsoft Office PowerPoint</Application>
  <PresentationFormat>Widescreen</PresentationFormat>
  <Paragraphs>134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Roberto</dc:creator>
  <cp:lastModifiedBy>Christopher Roberto</cp:lastModifiedBy>
  <cp:revision>6</cp:revision>
  <dcterms:created xsi:type="dcterms:W3CDTF">2026-09-06T22:44:15Z</dcterms:created>
  <dcterms:modified xsi:type="dcterms:W3CDTF">2026-09-24T04:51:28Z</dcterms:modified>
</cp:coreProperties>
</file>